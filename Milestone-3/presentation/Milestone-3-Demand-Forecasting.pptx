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6" r:id="rId5"/>
    <p:sldId id="257" r:id="rId6"/>
    <p:sldId id="265" r:id="rId7"/>
    <p:sldId id="260" r:id="rId8"/>
    <p:sldId id="261" r:id="rId9"/>
    <p:sldId id="268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6" d="100"/>
          <a:sy n="56" d="100"/>
        </p:scale>
        <p:origin x="10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B6CC-608C-27C6-BD36-CE552EE6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3523B-C353-8FBA-3293-69F3F5911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35DCB-CD28-6859-4819-61F82EE6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52A17-82A1-B926-17CD-84AAEE42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4C94-4094-A771-898D-8215C86D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9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EB58-0577-8F30-F580-66239110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3E9E-ED0A-9446-752F-77A6CF238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7EFD-7E69-F392-AE69-02215AC4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0F0DC-6DD7-5517-9D6D-5E0EACA2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FCC-3CE7-1BD5-0078-BD2AB155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6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5BB3-8325-9C53-21C1-12E4C264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B38EC-0AA9-7C04-C9D8-079C9CC3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6D209-898D-3318-08CB-B9F81D10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C7910-F807-D596-3852-29A0D9DC2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8D9F-DF58-D340-D08D-326771C7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48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2AF1-41FC-387A-17F8-4665236E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2EEA-E8D3-963E-B4DB-95BD15EE8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8B0B5-E3FD-8277-1EE3-6C9E550EE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333A-35FA-F42A-7F73-341B281B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D55EF-C75E-12E9-3C67-ABF08F9C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4CE51-77EB-9F20-99F9-6A9E0856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82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77C7-DCC4-F855-E152-1A20FB82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FD0EF-79C8-2015-B071-50C964DB7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05666-2435-997B-DE33-1F90B3C18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F8344-41C5-7E35-69BF-2511BA272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0F25E-2AA4-794B-1CF0-DFAF50723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7AD9B-86D1-B2C3-AF4D-B7D4D2F9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22B536-44C0-78A5-E797-CF52A552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35CB1-1BAB-1706-BECF-33A12E7E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15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2022-FC5A-4289-39D2-D22C7C81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4A658-DEA7-4B77-0F5D-10675132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AE665-42C1-E585-BB0A-A66D2E12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E28BD-C52D-BBDD-C01E-DA05317B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3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E52B2-98F5-9360-E0FA-B89AC1A1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57ECA-CF9F-4BAC-D546-A7F6F875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3BFC2-2C29-1207-5795-5CC750BC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36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BB88-C021-83DD-B9A6-2299CADB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8130-FBAD-72F9-837A-BB6397D1B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CF44D-17FE-EF18-3489-8EE659DC2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032CF-7DFD-F923-E412-532D7A14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AB6B8-F3F2-ECFD-2370-CFA82741B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927A0-0201-EBB8-7052-9995E37E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62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9B97-A3A7-860F-A3FD-D280FDFB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A7197-B86C-746A-6BDB-E96AB41A0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F6698-8BF1-98AC-7D67-78FB8B257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AD303-1E89-561D-A2A5-18EA6035D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8FBFA-2F96-DD06-A6CE-946CA0D4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9DEE6-8D43-6DC0-9E17-40B1E08F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5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DFA4-3C96-5B94-685F-DE7E568B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A62CD-B2EF-645E-8B1A-DDF2A8052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640B-4B81-2C19-5D3A-0176116C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CA0B6-DB96-2529-F1D1-D4F4B0BD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8E181-8E13-7DAE-7835-898CCA44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5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687906-1050-2261-E3EE-8C439A108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19EE-3AD7-AEC8-E716-0A8C1C8EA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F9091-7140-0B5E-AAF8-1C869EBC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5FF7-DAC8-5417-6CD5-7C94FC30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B4F7-89F0-336F-DE1E-0523FA82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3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406E9-F107-5D59-F461-0ADC91F0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6A7B4-5A14-3AFE-F9FD-168815F7F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D34B-AD29-4E41-D2EA-B8F19B701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05E69-6439-44C5-B688-77A761E975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0D4E2-CA4A-6334-A84D-93317DA79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EA209-6073-99F2-27BF-FC0C76E38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E584A-DCBD-433E-8BDA-9435CD45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61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B3B1-1235-037B-05C0-9EBDAA7F3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37522-1026-E2E3-A8B7-BC4ACCCB45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4DD81-0CA9-673F-4A1D-A1E8D3666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8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FA40-3533-C3D3-11F3-2CB56230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AE16-CEF7-5A30-6EF7-82F421108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7B39B-8D4C-8053-227B-9350FFE16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D4D09-DE0E-9C50-22AC-BD868A10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2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5015-7D07-00C5-4250-E686C426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01A7-CEF2-1A05-16B6-03FD7F067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835E4-BFB8-FB18-DD9D-E70B5D87F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3CE43-5711-FB6D-A802-0233BA001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2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3E1B-2319-93A3-2728-0964BF7937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0DB26-91F8-CE50-57F0-E772F1CC4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17328-D22A-4A10-A205-9C92DE5FA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3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569E-AF64-94E4-BE32-F5AA2F4E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11480-8EBE-71B4-0AD0-F950E21750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CD5BD-57CB-75BF-3E30-E717603CD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730" y="0"/>
            <a:ext cx="12317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4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409B-9D97-68E4-E712-758B0283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C3ACD85-FEDE-07F5-14BA-5BF1F4F4C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99A7D3-DB7B-E982-F8E8-7D8ACFB04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68880"/>
            <a:ext cx="741807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97B6-9D4B-FCDC-0BFF-B62A0EC2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AF42-9611-F9EF-EC93-4F74BE347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B4609-F959-EAA6-A8DF-F20932973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F95AC-4DFD-61A7-30F8-8617897DB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010" y="0"/>
            <a:ext cx="12272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05D7-6EA2-ACBE-E5B5-87819349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E74B-C49A-04A0-56B5-9D78BA8667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F7D1C-EFA8-40E0-CA29-CB4D3D9898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D6DB8-33C5-6F12-EB98-23A5B120C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334AF5-04AF-DAC2-6B25-7DD98467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831" y="1122363"/>
            <a:ext cx="8686799" cy="3005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A1C29C-40F4-65F6-3F4D-F1CD6A7D3C89}"/>
              </a:ext>
            </a:extLst>
          </p:cNvPr>
          <p:cNvSpPr/>
          <p:nvPr/>
        </p:nvSpPr>
        <p:spPr>
          <a:xfrm>
            <a:off x="1062990" y="114300"/>
            <a:ext cx="9395460" cy="3771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happens to ride hailing demand during rainy period</a:t>
            </a:r>
            <a:endParaRPr lang="en-IN" sz="2800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905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A7543-D583-A081-2308-6C7ADB8ED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2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FA-E6B2-6F8E-78F1-79EA6754B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054A3-080B-F0C5-0C5E-421F3848A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DD76B-FF70-9566-741C-448C34D7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3"/>
            <a:ext cx="12192000" cy="684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08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BC39-8542-FBF7-EA16-351B2E0F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088F-2C81-6AF8-E2D5-1D39B0831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25D1A-E995-B730-7528-5E57CF30A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E151A-4169-257B-E5BD-078DE37B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08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481A-0935-181A-111D-7307F015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5652-E025-3D4C-3534-1532433F6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69353-9D30-B598-9909-4FFBC04AA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65D85-7331-C53D-5972-206450A79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3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4</cp:revision>
  <dcterms:created xsi:type="dcterms:W3CDTF">2026-08-25T03:45:42Z</dcterms:created>
  <dcterms:modified xsi:type="dcterms:W3CDTF">2026-08-25T12:34:38Z</dcterms:modified>
</cp:coreProperties>
</file>