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7" r:id="rId4"/>
    <p:sldId id="268" r:id="rId5"/>
    <p:sldId id="260" r:id="rId6"/>
    <p:sldId id="262" r:id="rId7"/>
    <p:sldId id="261" r:id="rId8"/>
    <p:sldId id="266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0" d="100"/>
          <a:sy n="60" d="100"/>
        </p:scale>
        <p:origin x="8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1491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CBDFD-FB5C-62EE-134B-A75BE35DC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B2CCDC-6EAF-C2B5-9207-F5449C24B0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2FEBA4-D083-CD02-FE54-FB7F44509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2D377C-E025-F33E-5933-98DB55BFAE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6777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42189-5BF5-EB0D-CE0E-A413D52E2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ECCFEA-50E8-F892-0533-B833E99330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9FA202-E1FC-A354-EDDD-BE9A6989AF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3B1A0-8A10-6C8D-4F1B-4C1B446D68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0497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6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463040"/>
            <a:ext cx="5029200" cy="5029200"/>
          </a:xfrm>
          <a:prstGeom prst="ellipse">
            <a:avLst/>
          </a:prstGeom>
          <a:solidFill>
            <a:srgbClr val="14427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3657600" cy="3657600"/>
          </a:xfrm>
          <a:prstGeom prst="ellipse">
            <a:avLst/>
          </a:prstGeom>
          <a:solidFill>
            <a:srgbClr val="2C74B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754880"/>
            <a:ext cx="3200400" cy="3200400"/>
          </a:xfrm>
          <a:prstGeom prst="ellipse">
            <a:avLst/>
          </a:prstGeom>
          <a:solidFill>
            <a:srgbClr val="2C74B3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6" name="Image 0" descr="icons/pul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126" y="1008126"/>
            <a:ext cx="452628" cy="4526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MOBILITY INTELLIGENCE PLATFORM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65176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Urban Pulse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822960" y="3977640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analytics for transit, ride-hailing, cycling, weather, and demographic data — unified into one urban mobility decision-support platform.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52578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822960" y="5806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834640" y="52578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2834640" y="5806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846320" y="52578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4846320" y="5806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64240" cy="18288"/>
          </a:xfrm>
          <a:prstGeom prst="rect">
            <a:avLst/>
          </a:prstGeom>
          <a:solidFill>
            <a:srgbClr val="D9E6EF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608201"/>
            <a:ext cx="594360" cy="59436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6" name="Image 0" descr="icons/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1716786"/>
            <a:ext cx="297180" cy="2971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41732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7091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7223760" y="18745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92240" y="2606040"/>
            <a:ext cx="4846320" cy="33056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5" name="Text 11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PULSE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F69F4F5-9CDF-FA0A-CBA5-55B4E87D00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202561"/>
            <a:ext cx="11277600" cy="417995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64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DC3F6-C008-D86F-EEF6-F3FAA5145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9B240C0-779D-6F15-6553-7E1832896A24}"/>
              </a:ext>
            </a:extLst>
          </p:cNvPr>
          <p:cNvSpPr/>
          <p:nvPr/>
        </p:nvSpPr>
        <p:spPr>
          <a:xfrm>
            <a:off x="8961120" y="-1463040"/>
            <a:ext cx="5029200" cy="5029200"/>
          </a:xfrm>
          <a:prstGeom prst="ellipse">
            <a:avLst/>
          </a:prstGeom>
          <a:solidFill>
            <a:srgbClr val="144272">
              <a:alpha val="45000"/>
            </a:srgbClr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C9940FB-2EE0-FD2D-91EA-A5345B56E5FA}"/>
              </a:ext>
            </a:extLst>
          </p:cNvPr>
          <p:cNvSpPr/>
          <p:nvPr/>
        </p:nvSpPr>
        <p:spPr>
          <a:xfrm>
            <a:off x="10241280" y="4206240"/>
            <a:ext cx="3657600" cy="3657600"/>
          </a:xfrm>
          <a:prstGeom prst="ellipse">
            <a:avLst/>
          </a:prstGeom>
          <a:solidFill>
            <a:srgbClr val="2C74B3">
              <a:alpha val="40000"/>
            </a:srgbClr>
          </a:solidFill>
          <a:ln/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20E9B62-BF8D-B020-A857-3371BA388500}"/>
              </a:ext>
            </a:extLst>
          </p:cNvPr>
          <p:cNvSpPr/>
          <p:nvPr/>
        </p:nvSpPr>
        <p:spPr>
          <a:xfrm>
            <a:off x="-1371600" y="4754880"/>
            <a:ext cx="3200400" cy="3200400"/>
          </a:xfrm>
          <a:prstGeom prst="ellipse">
            <a:avLst/>
          </a:prstGeom>
          <a:solidFill>
            <a:srgbClr val="2C74B3">
              <a:alpha val="40000"/>
            </a:srgbClr>
          </a:solidFill>
          <a:ln/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2F34E7F-3459-55E0-A8F6-63E505D083B3}"/>
              </a:ext>
            </a:extLst>
          </p:cNvPr>
          <p:cNvSpPr/>
          <p:nvPr/>
        </p:nvSpPr>
        <p:spPr>
          <a:xfrm>
            <a:off x="822960" y="552893"/>
            <a:ext cx="822960" cy="772987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5FA43C5-2513-A0CD-F533-D06AFBD4230C}"/>
              </a:ext>
            </a:extLst>
          </p:cNvPr>
          <p:cNvSpPr/>
          <p:nvPr/>
        </p:nvSpPr>
        <p:spPr>
          <a:xfrm>
            <a:off x="1828800" y="552893"/>
            <a:ext cx="8229600" cy="7729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1F1E69A-8610-60D7-C6F2-F2028430FD4B}"/>
              </a:ext>
            </a:extLst>
          </p:cNvPr>
          <p:cNvSpPr/>
          <p:nvPr/>
        </p:nvSpPr>
        <p:spPr>
          <a:xfrm>
            <a:off x="777240" y="265176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60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63A672D-0D17-7519-B85D-EAE3E6456A80}"/>
              </a:ext>
            </a:extLst>
          </p:cNvPr>
          <p:cNvSpPr/>
          <p:nvPr/>
        </p:nvSpPr>
        <p:spPr>
          <a:xfrm>
            <a:off x="822960" y="3977640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6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9E48A00-69B0-7332-1095-81785377F886}"/>
              </a:ext>
            </a:extLst>
          </p:cNvPr>
          <p:cNvSpPr/>
          <p:nvPr/>
        </p:nvSpPr>
        <p:spPr>
          <a:xfrm>
            <a:off x="822960" y="52578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5F34DF36-2601-FC9A-CC6C-4CFDA59AA545}"/>
              </a:ext>
            </a:extLst>
          </p:cNvPr>
          <p:cNvSpPr/>
          <p:nvPr/>
        </p:nvSpPr>
        <p:spPr>
          <a:xfrm>
            <a:off x="822960" y="5806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63D5110E-0C19-886B-1854-0EAB6B443A2A}"/>
              </a:ext>
            </a:extLst>
          </p:cNvPr>
          <p:cNvSpPr/>
          <p:nvPr/>
        </p:nvSpPr>
        <p:spPr>
          <a:xfrm>
            <a:off x="2834640" y="52578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141BD349-788B-6503-C660-1B44B88DDF1F}"/>
              </a:ext>
            </a:extLst>
          </p:cNvPr>
          <p:cNvSpPr/>
          <p:nvPr/>
        </p:nvSpPr>
        <p:spPr>
          <a:xfrm>
            <a:off x="2834640" y="5806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6F35FA90-B38A-6039-BCE3-1082B2734707}"/>
              </a:ext>
            </a:extLst>
          </p:cNvPr>
          <p:cNvSpPr/>
          <p:nvPr/>
        </p:nvSpPr>
        <p:spPr>
          <a:xfrm>
            <a:off x="4846320" y="52578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1596A4EB-9DD3-98E8-23EB-FED51987F0EB}"/>
              </a:ext>
            </a:extLst>
          </p:cNvPr>
          <p:cNvSpPr/>
          <p:nvPr/>
        </p:nvSpPr>
        <p:spPr>
          <a:xfrm>
            <a:off x="4846320" y="5806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pic>
        <p:nvPicPr>
          <p:cNvPr id="16" name="Image 1" descr="icons/bulb.png">
            <a:extLst>
              <a:ext uri="{FF2B5EF4-FFF2-40B4-BE49-F238E27FC236}">
                <a16:creationId xmlns:a16="http://schemas.microsoft.com/office/drawing/2014/main" id="{44C23C82-4542-80CD-28F9-A8DD1EFD6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421" y="685800"/>
            <a:ext cx="453213" cy="45321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8A06285-E9F7-5BD6-37F7-1F0A30373D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1458787"/>
            <a:ext cx="10546080" cy="520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515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F03343-86E1-CA14-A02F-51D874C9F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256AEB-A037-0D02-C1CF-4B2C02F85036}"/>
              </a:ext>
            </a:extLst>
          </p:cNvPr>
          <p:cNvSpPr txBox="1"/>
          <p:nvPr/>
        </p:nvSpPr>
        <p:spPr>
          <a:xfrm>
            <a:off x="688458" y="322345"/>
            <a:ext cx="822162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rPr lang="en-IN" dirty="0"/>
              <a:t>WORKFLOW &amp; DATA INTEGRATION PIPELINE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4196B3-4092-B18E-D458-FAC1520FC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458" y="1238249"/>
            <a:ext cx="10849873" cy="4992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903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2912DD1D-276B-7788-B2C2-4152F3DEA942}"/>
              </a:ext>
            </a:extLst>
          </p:cNvPr>
          <p:cNvSpPr txBox="1"/>
          <p:nvPr/>
        </p:nvSpPr>
        <p:spPr>
          <a:xfrm>
            <a:off x="255181" y="393405"/>
            <a:ext cx="65177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Pulse — Power BI Dashboard </a:t>
            </a:r>
            <a:endParaRPr lang="en-US" sz="2800" dirty="0">
              <a:solidFill>
                <a:srgbClr val="00206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542D32-C062-86E5-2EA9-255B90002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588" y="1020726"/>
            <a:ext cx="10188823" cy="55501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71CB07-D36C-6E0A-23C0-51BEE2FBB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367" y="771227"/>
            <a:ext cx="4465477" cy="56933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93BCA6-6333-8859-A8CC-87E1001797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9435" y="667376"/>
            <a:ext cx="6340151" cy="56933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7793584-DB0C-0CA6-408B-5D57764F85B4}"/>
              </a:ext>
            </a:extLst>
          </p:cNvPr>
          <p:cNvSpPr txBox="1"/>
          <p:nvPr/>
        </p:nvSpPr>
        <p:spPr>
          <a:xfrm>
            <a:off x="890476" y="312590"/>
            <a:ext cx="6097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Urban Pulse — </a:t>
            </a:r>
            <a:r>
              <a:rPr lang="en-US" sz="2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Database Schema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6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D8BCEA59-CA78-270E-FB0E-3A1A4BFF155E}"/>
              </a:ext>
            </a:extLst>
          </p:cNvPr>
          <p:cNvSpPr txBox="1"/>
          <p:nvPr/>
        </p:nvSpPr>
        <p:spPr>
          <a:xfrm>
            <a:off x="932741" y="201881"/>
            <a:ext cx="9330195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rPr lang="en-IN" sz="3200" dirty="0">
                <a:solidFill>
                  <a:schemeClr val="bg1"/>
                </a:solidFill>
              </a:rPr>
              <a:t>DATA MODELING &amp; METRICS ARCHITECTURE</a:t>
            </a:r>
          </a:p>
          <a:p>
            <a:endParaRPr lang="en-IN" sz="3200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7D7BFF-3398-B177-A675-A88840A177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741" y="1401455"/>
            <a:ext cx="10050692" cy="25006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7A2843-6522-10DE-8631-07A7C40A50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741" y="4225592"/>
            <a:ext cx="10050692" cy="24619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6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828800"/>
            <a:ext cx="5486400" cy="5486400"/>
          </a:xfrm>
          <a:prstGeom prst="ellipse">
            <a:avLst/>
          </a:prstGeom>
          <a:solidFill>
            <a:srgbClr val="14427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474720"/>
            <a:ext cx="4572000" cy="4572000"/>
          </a:xfrm>
          <a:prstGeom prst="ellipse">
            <a:avLst/>
          </a:prstGeom>
          <a:solidFill>
            <a:srgbClr val="2C74B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91556" y="1554480"/>
            <a:ext cx="1005840" cy="100584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5" name="Image 0" descr="icons/ro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870" y="1780794"/>
            <a:ext cx="553212" cy="5532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8346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bg1"/>
                </a:solidFill>
              </a:rPr>
              <a:t>THANK YOU </a:t>
            </a:r>
          </a:p>
        </p:txBody>
      </p:sp>
      <p:sp>
        <p:nvSpPr>
          <p:cNvPr id="7" name="Text 4"/>
          <p:cNvSpPr/>
          <p:nvPr/>
        </p:nvSpPr>
        <p:spPr>
          <a:xfrm>
            <a:off x="1828800" y="365760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65276" y="4709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625596" y="4709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185916" y="4709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746236" y="4709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9F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PULSE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72</Words>
  <Application>Microsoft Office PowerPoint</Application>
  <PresentationFormat>Widescreen</PresentationFormat>
  <Paragraphs>22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Dell</cp:lastModifiedBy>
  <cp:revision>4</cp:revision>
  <dcterms:created xsi:type="dcterms:W3CDTF">2026-07-26T13:44:24Z</dcterms:created>
  <dcterms:modified xsi:type="dcterms:W3CDTF">2026-08-13T12:57:25Z</dcterms:modified>
</cp:coreProperties>
</file>